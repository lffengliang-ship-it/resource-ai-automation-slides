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f3f66d27df4502" /><Relationship Type="http://schemas.openxmlformats.org/officeDocument/2006/relationships/extended-properties" Target="/docProps/app.xml" Id="R6a4ec00a687841eb" /><Relationship Type="http://schemas.openxmlformats.org/officeDocument/2006/relationships/officeDocument" Target="/ppt/presentation.xml" Id="R10f710f945fd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9b1cfcba954964"/>
  </p:sldMasterIdLst>
  <p:notesMasterIdLst>
    <p:notesMasterId xmlns:r="http://schemas.openxmlformats.org/officeDocument/2006/relationships" r:id="R1711e5807e444ae6"/>
  </p:notesMasterIdLst>
  <p:sldIdLst>
    <p:sldId xmlns:r="http://schemas.openxmlformats.org/officeDocument/2006/relationships" id="256" r:id="R78a594d265844fb0"/>
    <p:sldId xmlns:r="http://schemas.openxmlformats.org/officeDocument/2006/relationships" id="257" r:id="Rcc708c099ead4964"/>
    <p:sldId xmlns:r="http://schemas.openxmlformats.org/officeDocument/2006/relationships" id="258" r:id="Rbd5dcec8f1b54f9c"/>
    <p:sldId xmlns:r="http://schemas.openxmlformats.org/officeDocument/2006/relationships" id="259" r:id="Rbe476c88541842e0"/>
    <p:sldId xmlns:r="http://schemas.openxmlformats.org/officeDocument/2006/relationships" id="260" r:id="Rc06ad98639e340e8"/>
    <p:sldId xmlns:r="http://schemas.openxmlformats.org/officeDocument/2006/relationships" id="261" r:id="Rece34a255d3142bf"/>
    <p:sldId xmlns:r="http://schemas.openxmlformats.org/officeDocument/2006/relationships" id="262" r:id="R9fee1d29b0ce4038"/>
    <p:sldId xmlns:r="http://schemas.openxmlformats.org/officeDocument/2006/relationships" id="263" r:id="Radf9a1b78204448e"/>
    <p:sldId xmlns:r="http://schemas.openxmlformats.org/officeDocument/2006/relationships" id="264" r:id="Rb7113072cea74112"/>
    <p:sldId xmlns:r="http://schemas.openxmlformats.org/officeDocument/2006/relationships" id="265" r:id="Rce10785621eb44d7"/>
    <p:sldId xmlns:r="http://schemas.openxmlformats.org/officeDocument/2006/relationships" id="266" r:id="R6e076a2560cf48de"/>
    <p:sldId xmlns:r="http://schemas.openxmlformats.org/officeDocument/2006/relationships" id="267" r:id="Rbec106442a9349fe"/>
    <p:sldId xmlns:r="http://schemas.openxmlformats.org/officeDocument/2006/relationships" id="268" r:id="Rfb7954b3522d4b12"/>
    <p:sldId xmlns:r="http://schemas.openxmlformats.org/officeDocument/2006/relationships" id="269" r:id="R7119c101da8f4c1e"/>
    <p:sldId xmlns:r="http://schemas.openxmlformats.org/officeDocument/2006/relationships" id="270" r:id="Rbece26f751f64280"/>
    <p:sldId xmlns:r="http://schemas.openxmlformats.org/officeDocument/2006/relationships" id="271" r:id="R6a1adf3d59074708"/>
    <p:sldId xmlns:r="http://schemas.openxmlformats.org/officeDocument/2006/relationships" id="272" r:id="Rc46860648dc043f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2fefd14bcb4e6b" /><Relationship Type="http://schemas.openxmlformats.org/officeDocument/2006/relationships/slideMaster" Target="/ppt/slideMasters/slideMaster1.xml" Id="R879b1cfcba954964" /><Relationship Type="http://schemas.openxmlformats.org/officeDocument/2006/relationships/notesMaster" Target="/ppt/notesMasters/notesMaster1.xml" Id="R1711e5807e444ae6" /><Relationship Type="http://schemas.openxmlformats.org/officeDocument/2006/relationships/presProps" Target="/ppt/presProps.xml" Id="R552f7e3b28ce47d6" /><Relationship Type="http://schemas.openxmlformats.org/officeDocument/2006/relationships/tableStyles" Target="/ppt/tableStyles.xml" Id="R2420e6a7ac814abf" /><Relationship Type="http://schemas.openxmlformats.org/officeDocument/2006/relationships/slide" Target="/ppt/slides/slide1.xml" Id="R78a594d265844fb0" /><Relationship Type="http://schemas.openxmlformats.org/officeDocument/2006/relationships/slide" Target="/ppt/slides/slide2.xml" Id="Rcc708c099ead4964" /><Relationship Type="http://schemas.openxmlformats.org/officeDocument/2006/relationships/slide" Target="/ppt/slides/slide3.xml" Id="Rbd5dcec8f1b54f9c" /><Relationship Type="http://schemas.openxmlformats.org/officeDocument/2006/relationships/slide" Target="/ppt/slides/slide4.xml" Id="Rbe476c88541842e0" /><Relationship Type="http://schemas.openxmlformats.org/officeDocument/2006/relationships/slide" Target="/ppt/slides/slide5.xml" Id="Rc06ad98639e340e8" /><Relationship Type="http://schemas.openxmlformats.org/officeDocument/2006/relationships/slide" Target="/ppt/slides/slide6.xml" Id="Rece34a255d3142bf" /><Relationship Type="http://schemas.openxmlformats.org/officeDocument/2006/relationships/slide" Target="/ppt/slides/slide7.xml" Id="R9fee1d29b0ce4038" /><Relationship Type="http://schemas.openxmlformats.org/officeDocument/2006/relationships/slide" Target="/ppt/slides/slide8.xml" Id="Radf9a1b78204448e" /><Relationship Type="http://schemas.openxmlformats.org/officeDocument/2006/relationships/slide" Target="/ppt/slides/slide9.xml" Id="Rb7113072cea74112" /><Relationship Type="http://schemas.openxmlformats.org/officeDocument/2006/relationships/slide" Target="/ppt/slides/slide10.xml" Id="Rce10785621eb44d7" /><Relationship Type="http://schemas.openxmlformats.org/officeDocument/2006/relationships/slide" Target="/ppt/slides/slide11.xml" Id="R6e076a2560cf48de" /><Relationship Type="http://schemas.openxmlformats.org/officeDocument/2006/relationships/slide" Target="/ppt/slides/slide12.xml" Id="Rbec106442a9349fe" /><Relationship Type="http://schemas.openxmlformats.org/officeDocument/2006/relationships/slide" Target="/ppt/slides/slide13.xml" Id="Rfb7954b3522d4b12" /><Relationship Type="http://schemas.openxmlformats.org/officeDocument/2006/relationships/slide" Target="/ppt/slides/slide14.xml" Id="R7119c101da8f4c1e" /><Relationship Type="http://schemas.openxmlformats.org/officeDocument/2006/relationships/slide" Target="/ppt/slides/slide15.xml" Id="Rbece26f751f64280" /><Relationship Type="http://schemas.openxmlformats.org/officeDocument/2006/relationships/slide" Target="/ppt/slides/slide16.xml" Id="R6a1adf3d59074708" /><Relationship Type="http://schemas.openxmlformats.org/officeDocument/2006/relationships/slide" Target="/ppt/slides/slide17.xml" Id="Rc46860648dc0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7e09a0a19946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b23d2d39564032" /><Relationship Type="http://schemas.openxmlformats.org/officeDocument/2006/relationships/notesMaster" Target="/ppt/notesMasters/notesMaster1.xml" Id="R9b907e51385f40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cad074f0624dbe" /><Relationship Type="http://schemas.openxmlformats.org/officeDocument/2006/relationships/notesMaster" Target="/ppt/notesMasters/notesMaster1.xml" Id="R4d9b3f07f3424e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4078a5601a49c5" /><Relationship Type="http://schemas.openxmlformats.org/officeDocument/2006/relationships/notesMaster" Target="/ppt/notesMasters/notesMaster1.xml" Id="Radc8e051e61343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a3d604bd364200" /><Relationship Type="http://schemas.openxmlformats.org/officeDocument/2006/relationships/notesMaster" Target="/ppt/notesMasters/notesMaster1.xml" Id="R6fe8a1de51694f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463068b35749ec" /><Relationship Type="http://schemas.openxmlformats.org/officeDocument/2006/relationships/notesMaster" Target="/ppt/notesMasters/notesMaster1.xml" Id="R26bb1cf240db4f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cb87c66e9a4d63" /><Relationship Type="http://schemas.openxmlformats.org/officeDocument/2006/relationships/notesMaster" Target="/ppt/notesMasters/notesMaster1.xml" Id="R6999f91a047046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7249c6503d4c6a" /><Relationship Type="http://schemas.openxmlformats.org/officeDocument/2006/relationships/notesMaster" Target="/ppt/notesMasters/notesMaster1.xml" Id="R59071e3a218a48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9dd5a7a9674536" /><Relationship Type="http://schemas.openxmlformats.org/officeDocument/2006/relationships/notesMaster" Target="/ppt/notesMasters/notesMaster1.xml" Id="R1e4db993cfe44a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dc95c11cb64d73" /><Relationship Type="http://schemas.openxmlformats.org/officeDocument/2006/relationships/notesMaster" Target="/ppt/notesMasters/notesMaster1.xml" Id="R59545dbf8c7e47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125d1fc3ac4816" /><Relationship Type="http://schemas.openxmlformats.org/officeDocument/2006/relationships/notesMaster" Target="/ppt/notesMasters/notesMaster1.xml" Id="R880ee035d7334b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2df5abe8ac4a40" /><Relationship Type="http://schemas.openxmlformats.org/officeDocument/2006/relationships/notesMaster" Target="/ppt/notesMasters/notesMaster1.xml" Id="R3586a3c31e1947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4456ff62b1489c" /><Relationship Type="http://schemas.openxmlformats.org/officeDocument/2006/relationships/notesMaster" Target="/ppt/notesMasters/notesMaster1.xml" Id="R434bf67887314e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c1959477734f70" /><Relationship Type="http://schemas.openxmlformats.org/officeDocument/2006/relationships/notesMaster" Target="/ppt/notesMasters/notesMaster1.xml" Id="R83a9d393db0043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f34877dac54892" /><Relationship Type="http://schemas.openxmlformats.org/officeDocument/2006/relationships/notesMaster" Target="/ppt/notesMasters/notesMaster1.xml" Id="R4b8bb4292dfd45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6f11b8d7e74258" /><Relationship Type="http://schemas.openxmlformats.org/officeDocument/2006/relationships/notesMaster" Target="/ppt/notesMasters/notesMaster1.xml" Id="R4deefe06d54944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4148d9528d473d" /><Relationship Type="http://schemas.openxmlformats.org/officeDocument/2006/relationships/notesMaster" Target="/ppt/notesMasters/notesMaster1.xml" Id="R6c9d6123a1a54b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ed625130934a71" /><Relationship Type="http://schemas.openxmlformats.org/officeDocument/2006/relationships/notesMaster" Target="/ppt/notesMasters/notesMaster1.xml" Id="Rb6333fc44c1b47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484bac76546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a35b5625e540eb" /><Relationship Type="http://schemas.openxmlformats.org/officeDocument/2006/relationships/slideLayout" Target="/ppt/slideLayouts/slideLayout1.xml" Id="Re4e4490046a0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e4490046a0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b2e340aca4c41" /><Relationship Type="http://schemas.openxmlformats.org/officeDocument/2006/relationships/image" Target="/ppt/media/image.png" Id="Rc9e76b3c8a71417e" /><Relationship Type="http://schemas.openxmlformats.org/officeDocument/2006/relationships/notesSlide" Target="/ppt/notesSlides/notesSlide1.xml" Id="Re81bc6d7f07647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0371f589c4156" /><Relationship Type="http://schemas.openxmlformats.org/officeDocument/2006/relationships/image" Target="/ppt/media/image2.png" Id="Rb8253c5d43cb4aa1" /><Relationship Type="http://schemas.openxmlformats.org/officeDocument/2006/relationships/notesSlide" Target="/ppt/notesSlides/notesSlide2.xml" Id="Rd59603dde1cf45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ba6f0a74b4a7b" /><Relationship Type="http://schemas.openxmlformats.org/officeDocument/2006/relationships/image" Target="/ppt/media/image3.png" Id="Re86486b928124b76" /><Relationship Type="http://schemas.openxmlformats.org/officeDocument/2006/relationships/notesSlide" Target="/ppt/notesSlides/notesSlide3.xml" Id="R065900e899f548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626ff3e934583" /><Relationship Type="http://schemas.openxmlformats.org/officeDocument/2006/relationships/image" Target="/ppt/media/image4.png" Id="Re2beaf36186f4849" /><Relationship Type="http://schemas.openxmlformats.org/officeDocument/2006/relationships/notesSlide" Target="/ppt/notesSlides/notesSlide4.xml" Id="R33926a1c296545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d8c051a4f472f" /><Relationship Type="http://schemas.openxmlformats.org/officeDocument/2006/relationships/image" Target="/ppt/media/image5.png" Id="R9e5d98e075fe480c" /><Relationship Type="http://schemas.openxmlformats.org/officeDocument/2006/relationships/notesSlide" Target="/ppt/notesSlides/notesSlide5.xml" Id="R0854e82279df48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59a6d7dfe4268" /><Relationship Type="http://schemas.openxmlformats.org/officeDocument/2006/relationships/image" Target="/ppt/media/image6.png" Id="Rd3473e343f9f4ecb" /><Relationship Type="http://schemas.openxmlformats.org/officeDocument/2006/relationships/notesSlide" Target="/ppt/notesSlides/notesSlide6.xml" Id="Re03158a4c7784a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e43a847324e10" /><Relationship Type="http://schemas.openxmlformats.org/officeDocument/2006/relationships/image" Target="/ppt/media/image7.png" Id="R62614c8bb709435a" /><Relationship Type="http://schemas.openxmlformats.org/officeDocument/2006/relationships/notesSlide" Target="/ppt/notesSlides/notesSlide7.xml" Id="Rade63b9898da48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b5d9164ce4d8b" /><Relationship Type="http://schemas.openxmlformats.org/officeDocument/2006/relationships/image" Target="/ppt/media/image8.png" Id="Rf204a77ea58f449e" /><Relationship Type="http://schemas.openxmlformats.org/officeDocument/2006/relationships/notesSlide" Target="/ppt/notesSlides/notesSlide8.xml" Id="R8f402208da494e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54bbf58874111" /><Relationship Type="http://schemas.openxmlformats.org/officeDocument/2006/relationships/image" Target="/ppt/media/image9.png" Id="Rbf065d9df3b34df8" /><Relationship Type="http://schemas.openxmlformats.org/officeDocument/2006/relationships/notesSlide" Target="/ppt/notesSlides/notesSlide9.xml" Id="R0fb640135ae844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ae57368ce49ed" /><Relationship Type="http://schemas.openxmlformats.org/officeDocument/2006/relationships/image" Target="/ppt/media/image10.png" Id="R745db585ead04fc1" /><Relationship Type="http://schemas.openxmlformats.org/officeDocument/2006/relationships/notesSlide" Target="/ppt/notesSlides/notesSlide10.xml" Id="R586f6d05d06942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82ed5fb2f48a7" /><Relationship Type="http://schemas.openxmlformats.org/officeDocument/2006/relationships/image" Target="/ppt/media/image11.png" Id="Ra51da1dcd5e34efc" /><Relationship Type="http://schemas.openxmlformats.org/officeDocument/2006/relationships/notesSlide" Target="/ppt/notesSlides/notesSlide11.xml" Id="R89d1c299146146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b1772f4344c20" /><Relationship Type="http://schemas.openxmlformats.org/officeDocument/2006/relationships/image" Target="/ppt/media/image12.png" Id="Rb5b6e93630b84b54" /><Relationship Type="http://schemas.openxmlformats.org/officeDocument/2006/relationships/notesSlide" Target="/ppt/notesSlides/notesSlide12.xml" Id="Rc7868518259046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7a1970e004e75" /><Relationship Type="http://schemas.openxmlformats.org/officeDocument/2006/relationships/image" Target="/ppt/media/image13.png" Id="Ra52d42dd525846a0" /><Relationship Type="http://schemas.openxmlformats.org/officeDocument/2006/relationships/notesSlide" Target="/ppt/notesSlides/notesSlide13.xml" Id="Ra5997ead80cf48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733e7d7474c77" /><Relationship Type="http://schemas.openxmlformats.org/officeDocument/2006/relationships/image" Target="/ppt/media/image14.png" Id="R59a428c9eeb74b77" /><Relationship Type="http://schemas.openxmlformats.org/officeDocument/2006/relationships/notesSlide" Target="/ppt/notesSlides/notesSlide14.xml" Id="R10e0e2f470674f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d5fa24f3c4421" /><Relationship Type="http://schemas.openxmlformats.org/officeDocument/2006/relationships/image" Target="/ppt/media/image15.png" Id="R4ca61e0141214db9" /><Relationship Type="http://schemas.openxmlformats.org/officeDocument/2006/relationships/notesSlide" Target="/ppt/notesSlides/notesSlide15.xml" Id="Re437ef4127744a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f0bc564194912" /><Relationship Type="http://schemas.openxmlformats.org/officeDocument/2006/relationships/image" Target="/ppt/media/image16.png" Id="Rb65906491cd04855" /><Relationship Type="http://schemas.openxmlformats.org/officeDocument/2006/relationships/notesSlide" Target="/ppt/notesSlides/notesSlide16.xml" Id="R4ad17de5b27d40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8938e39b147f1" /><Relationship Type="http://schemas.openxmlformats.org/officeDocument/2006/relationships/image" Target="/ppt/media/image17.png" Id="Rf79ce2fc7b094e14" /><Relationship Type="http://schemas.openxmlformats.org/officeDocument/2006/relationships/notesSlide" Target="/ppt/notesSlides/notesSlide17.xml" Id="R035ed0ebeece4c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76b3c8a71417e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9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53c5d43cb4aa1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64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486b928124b76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57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eaf36186f4849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97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d98e075fe480c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76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73e343f9f4ecb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26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14c8bb709435a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7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4a77ea58f449e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956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65d9df3b34df8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659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db585ead04fc1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704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da1dcd5e34efc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57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6e93630b84b54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563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d42dd525846a0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988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428c9eeb74b77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142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61e0141214db9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456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906491cd04855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23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ce2fc7b094e14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93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2026-08-27T15:15:39.5700000Z</dcterms:created>
  <dcterms:modified xsi:type="dcterms:W3CDTF">2026-08-27T15:15:39.5700000Z</dcterms:modified>
</coreProperties>
</file>